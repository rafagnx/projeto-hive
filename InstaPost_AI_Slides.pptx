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051560"/>
            <a:ext cx="36576" cy="36576"/>
          </a:xfrm>
          <a:prstGeom prst="ellipse">
            <a:avLst/>
          </a:prstGeom>
          <a:solidFill>
            <a:srgbClr val="0F346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920240"/>
            <a:ext cx="36576" cy="36576"/>
          </a:xfrm>
          <a:prstGeom prst="ellipse">
            <a:avLst/>
          </a:prstGeom>
          <a:solidFill>
            <a:srgbClr val="0F346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788920"/>
            <a:ext cx="36576" cy="36576"/>
          </a:xfrm>
          <a:prstGeom prst="ellipse">
            <a:avLst/>
          </a:prstGeom>
          <a:solidFill>
            <a:srgbClr val="0F3460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3657600"/>
            <a:ext cx="36576" cy="36576"/>
          </a:xfrm>
          <a:prstGeom prst="ellipse">
            <a:avLst/>
          </a:prstGeom>
          <a:solidFill>
            <a:srgbClr val="0F3460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1051560"/>
            <a:ext cx="36576" cy="36576"/>
          </a:xfrm>
          <a:prstGeom prst="ellipse">
            <a:avLst/>
          </a:prstGeom>
          <a:solidFill>
            <a:srgbClr val="0F3460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2788920"/>
            <a:ext cx="36576" cy="36576"/>
          </a:xfrm>
          <a:prstGeom prst="ellipse">
            <a:avLst/>
          </a:prstGeom>
          <a:solidFill>
            <a:srgbClr val="0F3460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103120" y="1051560"/>
            <a:ext cx="36576" cy="36576"/>
          </a:xfrm>
          <a:prstGeom prst="ellipse">
            <a:avLst/>
          </a:prstGeom>
          <a:solidFill>
            <a:srgbClr val="0F3460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017520" y="182880"/>
            <a:ext cx="36576" cy="36576"/>
          </a:xfrm>
          <a:prstGeom prst="ellipse">
            <a:avLst/>
          </a:prstGeom>
          <a:solidFill>
            <a:srgbClr val="0F3460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017520" y="1920240"/>
            <a:ext cx="36576" cy="36576"/>
          </a:xfrm>
          <a:prstGeom prst="ellipse">
            <a:avLst/>
          </a:prstGeom>
          <a:solidFill>
            <a:srgbClr val="0F3460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931920" y="3657600"/>
            <a:ext cx="36576" cy="36576"/>
          </a:xfrm>
          <a:prstGeom prst="ellipse">
            <a:avLst/>
          </a:prstGeom>
          <a:solidFill>
            <a:srgbClr val="0F3460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4526280"/>
            <a:ext cx="36576" cy="36576"/>
          </a:xfrm>
          <a:prstGeom prst="ellipse">
            <a:avLst/>
          </a:prstGeom>
          <a:solidFill>
            <a:srgbClr val="0F3460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760720" y="1920240"/>
            <a:ext cx="36576" cy="36576"/>
          </a:xfrm>
          <a:prstGeom prst="ellipse">
            <a:avLst/>
          </a:prstGeom>
          <a:solidFill>
            <a:srgbClr val="0F3460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760720" y="3657600"/>
            <a:ext cx="36576" cy="36576"/>
          </a:xfrm>
          <a:prstGeom prst="ellipse">
            <a:avLst/>
          </a:prstGeom>
          <a:solidFill>
            <a:srgbClr val="0F3460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0" y="1051560"/>
            <a:ext cx="36576" cy="36576"/>
          </a:xfrm>
          <a:prstGeom prst="ellipse">
            <a:avLst/>
          </a:prstGeom>
          <a:solidFill>
            <a:srgbClr val="0F3460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675120" y="2788920"/>
            <a:ext cx="36576" cy="36576"/>
          </a:xfrm>
          <a:prstGeom prst="ellipse">
            <a:avLst/>
          </a:prstGeom>
          <a:solidFill>
            <a:srgbClr val="0F3460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589520" y="1920240"/>
            <a:ext cx="36576" cy="36576"/>
          </a:xfrm>
          <a:prstGeom prst="ellipse">
            <a:avLst/>
          </a:prstGeom>
          <a:solidFill>
            <a:srgbClr val="0F3460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0" y="2788920"/>
            <a:ext cx="36576" cy="36576"/>
          </a:xfrm>
          <a:prstGeom prst="ellipse">
            <a:avLst/>
          </a:prstGeom>
          <a:solidFill>
            <a:srgbClr val="0F3460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503920" y="1920240"/>
            <a:ext cx="36576" cy="36576"/>
          </a:xfrm>
          <a:prstGeom prst="ellipse">
            <a:avLst/>
          </a:prstGeom>
          <a:solidFill>
            <a:srgbClr val="0F3460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503920" y="3657600"/>
            <a:ext cx="36576" cy="36576"/>
          </a:xfrm>
          <a:prstGeom prst="ellipse">
            <a:avLst/>
          </a:prstGeom>
          <a:solidFill>
            <a:srgbClr val="0F3460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InstaPost AI</a:t>
            </a:r>
            <a:endParaRPr lang="en-US" sz="5400" dirty="0"/>
          </a:p>
        </p:txBody>
      </p:sp>
      <p:sp>
        <p:nvSpPr>
          <p:cNvPr id="23" name="Text 21"/>
          <p:cNvSpPr/>
          <p:nvPr/>
        </p:nvSpPr>
        <p:spPr>
          <a:xfrm>
            <a:off x="731520" y="2103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spc="4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do Sistema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371600" y="2926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0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 imagens com IA. Cria legendas. Posta sozinho no Instagram.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200400" y="3657600"/>
            <a:ext cx="2743200" cy="18288"/>
          </a:xfrm>
          <a:prstGeom prst="rect">
            <a:avLst/>
          </a:prstGeom>
          <a:solidFill>
            <a:srgbClr val="E94560">
              <a:alpha val="5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371600" y="3931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componentes  •  1 sistema  •  100% self-hosted</a:t>
            </a:r>
            <a:endParaRPr lang="en-US" sz="13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4434840"/>
            <a:ext cx="365760" cy="365760"/>
          </a:xfrm>
          <a:prstGeom prst="rect">
            <a:avLst/>
          </a:prstGeom>
        </p:spPr>
      </p:pic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4434840"/>
            <a:ext cx="365760" cy="365760"/>
          </a:xfrm>
          <a:prstGeom prst="rect">
            <a:avLst/>
          </a:prstGeom>
        </p:spPr>
      </p:pic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4434840"/>
            <a:ext cx="365760" cy="365760"/>
          </a:xfrm>
          <a:prstGeom prst="rect">
            <a:avLst/>
          </a:prstGeom>
        </p:spPr>
      </p:pic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4434840"/>
            <a:ext cx="365760" cy="365760"/>
          </a:xfrm>
          <a:prstGeom prst="rect">
            <a:avLst/>
          </a:prstGeom>
        </p:spPr>
      </p:pic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443484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Um sistema com 5 partes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1500" y="1051560"/>
            <a:ext cx="1417320" cy="2560320"/>
          </a:xfrm>
          <a:prstGeom prst="rect">
            <a:avLst/>
          </a:prstGeom>
          <a:solidFill>
            <a:srgbClr val="141528"/>
          </a:solidFill>
          <a:ln w="635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1500" y="1051560"/>
            <a:ext cx="141732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1371600"/>
            <a:ext cx="640080" cy="640080"/>
          </a:xfrm>
          <a:prstGeom prst="ellipse">
            <a:avLst/>
          </a:prstGeom>
          <a:solidFill>
            <a:srgbClr val="00D4FF">
              <a:alpha val="15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490472"/>
            <a:ext cx="411480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1228" y="1188720"/>
            <a:ext cx="274320" cy="2743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9" name="Text 6"/>
          <p:cNvSpPr/>
          <p:nvPr/>
        </p:nvSpPr>
        <p:spPr>
          <a:xfrm>
            <a:off x="681228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" y="219456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2940" y="28346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cérebro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62940" y="31089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Recebe pedidos,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8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 dados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217420" y="1051560"/>
            <a:ext cx="1417320" cy="2560320"/>
          </a:xfrm>
          <a:prstGeom prst="rect">
            <a:avLst/>
          </a:prstGeom>
          <a:solidFill>
            <a:srgbClr val="141528"/>
          </a:solidFill>
          <a:ln w="6350">
            <a:solidFill>
              <a:srgbClr val="FF91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217420" y="1051560"/>
            <a:ext cx="1417320" cy="45720"/>
          </a:xfrm>
          <a:prstGeom prst="rect">
            <a:avLst/>
          </a:prstGeom>
          <a:solidFill>
            <a:srgbClr val="FF9100"/>
          </a:solidFill>
          <a:ln/>
        </p:spPr>
      </p:sp>
      <p:sp>
        <p:nvSpPr>
          <p:cNvPr id="15" name="Shape 12"/>
          <p:cNvSpPr/>
          <p:nvPr/>
        </p:nvSpPr>
        <p:spPr>
          <a:xfrm>
            <a:off x="2606040" y="1371600"/>
            <a:ext cx="640080" cy="640080"/>
          </a:xfrm>
          <a:prstGeom prst="ellipse">
            <a:avLst/>
          </a:prstGeom>
          <a:solidFill>
            <a:srgbClr val="FF9100">
              <a:alpha val="15000"/>
            </a:srgbClr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340" y="1490472"/>
            <a:ext cx="411480" cy="4114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2327148" y="1188720"/>
            <a:ext cx="274320" cy="274320"/>
          </a:xfrm>
          <a:prstGeom prst="ellipse">
            <a:avLst/>
          </a:prstGeom>
          <a:solidFill>
            <a:srgbClr val="FF9100"/>
          </a:solidFill>
          <a:ln/>
        </p:spPr>
      </p:sp>
      <p:sp>
        <p:nvSpPr>
          <p:cNvPr id="18" name="Text 14"/>
          <p:cNvSpPr/>
          <p:nvPr/>
        </p:nvSpPr>
        <p:spPr>
          <a:xfrm>
            <a:off x="2327148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2308860" y="219456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Banana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2308860" y="28346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9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de imagens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2308860" y="31089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gera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8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imagens por IA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863340" y="1051560"/>
            <a:ext cx="1417320" cy="2560320"/>
          </a:xfrm>
          <a:prstGeom prst="rect">
            <a:avLst/>
          </a:prstGeom>
          <a:solidFill>
            <a:srgbClr val="141528"/>
          </a:solidFill>
          <a:ln w="6350">
            <a:solidFill>
              <a:srgbClr val="E945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863340" y="1051560"/>
            <a:ext cx="141732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4" name="Shape 20"/>
          <p:cNvSpPr/>
          <p:nvPr/>
        </p:nvSpPr>
        <p:spPr>
          <a:xfrm>
            <a:off x="4251960" y="1371600"/>
            <a:ext cx="640080" cy="640080"/>
          </a:xfrm>
          <a:prstGeom prst="ellipse">
            <a:avLst/>
          </a:prstGeom>
          <a:solidFill>
            <a:srgbClr val="E94560">
              <a:alpha val="15000"/>
            </a:srgbClr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260" y="1490472"/>
            <a:ext cx="411480" cy="41148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3973068" y="1188720"/>
            <a:ext cx="274320" cy="27432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7" name="Text 22"/>
          <p:cNvSpPr/>
          <p:nvPr/>
        </p:nvSpPr>
        <p:spPr>
          <a:xfrm>
            <a:off x="3973068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3954780" y="219456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3954780" y="28346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Publicação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3954780" y="31089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 direto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8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feed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5509260" y="1051560"/>
            <a:ext cx="1417320" cy="2560320"/>
          </a:xfrm>
          <a:prstGeom prst="rect">
            <a:avLst/>
          </a:prstGeom>
          <a:solidFill>
            <a:srgbClr val="141528"/>
          </a:solidFill>
          <a:ln w="6350">
            <a:solidFill>
              <a:srgbClr val="BB86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5509260" y="1051560"/>
            <a:ext cx="1417320" cy="45720"/>
          </a:xfrm>
          <a:prstGeom prst="rect">
            <a:avLst/>
          </a:prstGeom>
          <a:solidFill>
            <a:srgbClr val="BB86FC"/>
          </a:solidFill>
          <a:ln/>
        </p:spPr>
      </p:sp>
      <p:sp>
        <p:nvSpPr>
          <p:cNvPr id="33" name="Shape 28"/>
          <p:cNvSpPr/>
          <p:nvPr/>
        </p:nvSpPr>
        <p:spPr>
          <a:xfrm>
            <a:off x="5897880" y="1371600"/>
            <a:ext cx="640080" cy="640080"/>
          </a:xfrm>
          <a:prstGeom prst="ellipse">
            <a:avLst/>
          </a:prstGeom>
          <a:solidFill>
            <a:srgbClr val="BB86FC">
              <a:alpha val="15000"/>
            </a:srgbClr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180" y="1490472"/>
            <a:ext cx="411480" cy="411480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5618988" y="1188720"/>
            <a:ext cx="274320" cy="274320"/>
          </a:xfrm>
          <a:prstGeom prst="ellipse">
            <a:avLst/>
          </a:prstGeom>
          <a:solidFill>
            <a:srgbClr val="BB86FC"/>
          </a:solidFill>
          <a:ln/>
        </p:spPr>
      </p:sp>
      <p:sp>
        <p:nvSpPr>
          <p:cNvPr id="36" name="Text 30"/>
          <p:cNvSpPr/>
          <p:nvPr/>
        </p:nvSpPr>
        <p:spPr>
          <a:xfrm>
            <a:off x="5618988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5600700" y="219456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5600700" y="28346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8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5600700" y="31089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Gerencia 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8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tudo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7155180" y="1051560"/>
            <a:ext cx="1417320" cy="2560320"/>
          </a:xfrm>
          <a:prstGeom prst="rect">
            <a:avLst/>
          </a:prstGeom>
          <a:solidFill>
            <a:srgbClr val="141528"/>
          </a:solidFill>
          <a:ln w="6350">
            <a:solidFill>
              <a:srgbClr val="00E6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7155180" y="1051560"/>
            <a:ext cx="1417320" cy="4572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42" name="Shape 36"/>
          <p:cNvSpPr/>
          <p:nvPr/>
        </p:nvSpPr>
        <p:spPr>
          <a:xfrm>
            <a:off x="7543800" y="1371600"/>
            <a:ext cx="640080" cy="640080"/>
          </a:xfrm>
          <a:prstGeom prst="ellipse">
            <a:avLst/>
          </a:prstGeom>
          <a:solidFill>
            <a:srgbClr val="00E676">
              <a:alpha val="15000"/>
            </a:srgbClr>
          </a:solidFill>
          <a:ln/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100" y="1490472"/>
            <a:ext cx="411480" cy="411480"/>
          </a:xfrm>
          <a:prstGeom prst="rect">
            <a:avLst/>
          </a:prstGeom>
        </p:spPr>
      </p:pic>
      <p:sp>
        <p:nvSpPr>
          <p:cNvPr id="44" name="Shape 37"/>
          <p:cNvSpPr/>
          <p:nvPr/>
        </p:nvSpPr>
        <p:spPr>
          <a:xfrm>
            <a:off x="7264908" y="1188720"/>
            <a:ext cx="274320" cy="274320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45" name="Text 38"/>
          <p:cNvSpPr/>
          <p:nvPr/>
        </p:nvSpPr>
        <p:spPr>
          <a:xfrm>
            <a:off x="7264908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6" name="Text 39"/>
          <p:cNvSpPr/>
          <p:nvPr/>
        </p:nvSpPr>
        <p:spPr>
          <a:xfrm>
            <a:off x="7246620" y="219456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1300" dirty="0"/>
          </a:p>
        </p:txBody>
      </p:sp>
      <p:sp>
        <p:nvSpPr>
          <p:cNvPr id="47" name="Text 40"/>
          <p:cNvSpPr/>
          <p:nvPr/>
        </p:nvSpPr>
        <p:spPr>
          <a:xfrm>
            <a:off x="7246620" y="28346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100" dirty="0"/>
          </a:p>
        </p:txBody>
      </p:sp>
      <p:sp>
        <p:nvSpPr>
          <p:cNvPr id="48" name="Text 41"/>
          <p:cNvSpPr/>
          <p:nvPr/>
        </p:nvSpPr>
        <p:spPr>
          <a:xfrm>
            <a:off x="7246620" y="31089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8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posts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8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pelo celular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548640" y="3931920"/>
            <a:ext cx="8046720" cy="594360"/>
          </a:xfrm>
          <a:prstGeom prst="rect">
            <a:avLst/>
          </a:prstGeom>
          <a:solidFill>
            <a:srgbClr val="141528"/>
          </a:solidFill>
          <a:ln/>
        </p:spPr>
      </p:sp>
      <p:sp>
        <p:nvSpPr>
          <p:cNvPr id="50" name="Text 43"/>
          <p:cNvSpPr/>
          <p:nvPr/>
        </p:nvSpPr>
        <p:spPr>
          <a:xfrm>
            <a:off x="548640" y="39319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rodando na sua VPS  •  Coolify  •  PostgreSQL  •  MinIO  •  100% self-hosted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Como tudo se conecta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463040" y="914400"/>
            <a:ext cx="1554480" cy="868680"/>
          </a:xfrm>
          <a:prstGeom prst="rect">
            <a:avLst/>
          </a:prstGeom>
          <a:solidFill>
            <a:srgbClr val="141528"/>
          </a:solidFill>
          <a:ln w="6350">
            <a:solidFill>
              <a:srgbClr val="00E6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0515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1005840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Bot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977640" y="914400"/>
            <a:ext cx="1554480" cy="868680"/>
          </a:xfrm>
          <a:prstGeom prst="rect">
            <a:avLst/>
          </a:prstGeom>
          <a:solidFill>
            <a:srgbClr val="141528"/>
          </a:solidFill>
          <a:ln w="6350">
            <a:solidFill>
              <a:srgbClr val="BB86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5156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80560" y="1005840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Web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492240" y="914400"/>
            <a:ext cx="1554480" cy="868680"/>
          </a:xfrm>
          <a:prstGeom prst="rect">
            <a:avLst/>
          </a:prstGeom>
          <a:solidFill>
            <a:srgbClr val="141528"/>
          </a:solidFill>
          <a:ln w="635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05156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95160" y="1005840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Cowork / MCP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2226564" y="1783080"/>
            <a:ext cx="27432" cy="411480"/>
          </a:xfrm>
          <a:prstGeom prst="rect">
            <a:avLst/>
          </a:prstGeom>
          <a:solidFill>
            <a:srgbClr val="A0A1B8">
              <a:alpha val="50000"/>
            </a:srgbClr>
          </a:solidFill>
          <a:ln/>
        </p:spPr>
      </p:sp>
      <p:sp>
        <p:nvSpPr>
          <p:cNvPr id="14" name="Shape 9"/>
          <p:cNvSpPr/>
          <p:nvPr/>
        </p:nvSpPr>
        <p:spPr>
          <a:xfrm>
            <a:off x="2185416" y="2148840"/>
            <a:ext cx="109728" cy="109728"/>
          </a:xfrm>
          <a:prstGeom prst="ellipse">
            <a:avLst/>
          </a:prstGeom>
          <a:solidFill>
            <a:srgbClr val="A0A1B8">
              <a:alpha val="70000"/>
            </a:srgbClr>
          </a:solidFill>
          <a:ln/>
        </p:spPr>
      </p:sp>
      <p:sp>
        <p:nvSpPr>
          <p:cNvPr id="15" name="Shape 10"/>
          <p:cNvSpPr/>
          <p:nvPr/>
        </p:nvSpPr>
        <p:spPr>
          <a:xfrm>
            <a:off x="4741164" y="1783080"/>
            <a:ext cx="27432" cy="411480"/>
          </a:xfrm>
          <a:prstGeom prst="rect">
            <a:avLst/>
          </a:prstGeom>
          <a:solidFill>
            <a:srgbClr val="A0A1B8">
              <a:alpha val="50000"/>
            </a:srgbClr>
          </a:solidFill>
          <a:ln/>
        </p:spPr>
      </p:sp>
      <p:sp>
        <p:nvSpPr>
          <p:cNvPr id="16" name="Shape 11"/>
          <p:cNvSpPr/>
          <p:nvPr/>
        </p:nvSpPr>
        <p:spPr>
          <a:xfrm>
            <a:off x="4700016" y="2148840"/>
            <a:ext cx="109728" cy="109728"/>
          </a:xfrm>
          <a:prstGeom prst="ellipse">
            <a:avLst/>
          </a:prstGeom>
          <a:solidFill>
            <a:srgbClr val="A0A1B8">
              <a:alpha val="70000"/>
            </a:srgbClr>
          </a:solidFill>
          <a:ln/>
        </p:spPr>
      </p:sp>
      <p:sp>
        <p:nvSpPr>
          <p:cNvPr id="17" name="Shape 12"/>
          <p:cNvSpPr/>
          <p:nvPr/>
        </p:nvSpPr>
        <p:spPr>
          <a:xfrm>
            <a:off x="7255764" y="1783080"/>
            <a:ext cx="27432" cy="411480"/>
          </a:xfrm>
          <a:prstGeom prst="rect">
            <a:avLst/>
          </a:prstGeom>
          <a:solidFill>
            <a:srgbClr val="A0A1B8">
              <a:alpha val="50000"/>
            </a:srgbClr>
          </a:solidFill>
          <a:ln/>
        </p:spPr>
      </p:sp>
      <p:sp>
        <p:nvSpPr>
          <p:cNvPr id="18" name="Shape 13"/>
          <p:cNvSpPr/>
          <p:nvPr/>
        </p:nvSpPr>
        <p:spPr>
          <a:xfrm>
            <a:off x="7214616" y="2148840"/>
            <a:ext cx="109728" cy="109728"/>
          </a:xfrm>
          <a:prstGeom prst="ellipse">
            <a:avLst/>
          </a:prstGeom>
          <a:solidFill>
            <a:srgbClr val="A0A1B8">
              <a:alpha val="70000"/>
            </a:srgbClr>
          </a:solidFill>
          <a:ln/>
        </p:spPr>
      </p:sp>
      <p:sp>
        <p:nvSpPr>
          <p:cNvPr id="19" name="Shape 14"/>
          <p:cNvSpPr/>
          <p:nvPr/>
        </p:nvSpPr>
        <p:spPr>
          <a:xfrm>
            <a:off x="2103120" y="2286000"/>
            <a:ext cx="4937760" cy="1005840"/>
          </a:xfrm>
          <a:prstGeom prst="rect">
            <a:avLst/>
          </a:prstGeom>
          <a:solidFill>
            <a:srgbClr val="0F3460">
              <a:alpha val="70000"/>
            </a:srgbClr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246888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834640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 API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283464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 + TypeScript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5303520" y="23774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CRUD Posts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5303520" y="25786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Agendamento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5303520" y="277977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Auth JWT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5303520" y="29809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Validação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3003804" y="3291840"/>
            <a:ext cx="27432" cy="365760"/>
          </a:xfrm>
          <a:prstGeom prst="rect">
            <a:avLst/>
          </a:prstGeom>
          <a:solidFill>
            <a:srgbClr val="A0A1B8">
              <a:alpha val="50000"/>
            </a:srgbClr>
          </a:solidFill>
          <a:ln/>
        </p:spPr>
      </p:sp>
      <p:sp>
        <p:nvSpPr>
          <p:cNvPr id="28" name="Shape 22"/>
          <p:cNvSpPr/>
          <p:nvPr/>
        </p:nvSpPr>
        <p:spPr>
          <a:xfrm>
            <a:off x="2962656" y="3611880"/>
            <a:ext cx="109728" cy="109728"/>
          </a:xfrm>
          <a:prstGeom prst="ellipse">
            <a:avLst/>
          </a:prstGeom>
          <a:solidFill>
            <a:srgbClr val="A0A1B8">
              <a:alpha val="70000"/>
            </a:srgbClr>
          </a:solidFill>
          <a:ln/>
        </p:spPr>
      </p:sp>
      <p:sp>
        <p:nvSpPr>
          <p:cNvPr id="29" name="Shape 23"/>
          <p:cNvSpPr/>
          <p:nvPr/>
        </p:nvSpPr>
        <p:spPr>
          <a:xfrm>
            <a:off x="4558284" y="3291840"/>
            <a:ext cx="27432" cy="365760"/>
          </a:xfrm>
          <a:prstGeom prst="rect">
            <a:avLst/>
          </a:prstGeom>
          <a:solidFill>
            <a:srgbClr val="A0A1B8">
              <a:alpha val="50000"/>
            </a:srgbClr>
          </a:solidFill>
          <a:ln/>
        </p:spPr>
      </p:sp>
      <p:sp>
        <p:nvSpPr>
          <p:cNvPr id="30" name="Shape 24"/>
          <p:cNvSpPr/>
          <p:nvPr/>
        </p:nvSpPr>
        <p:spPr>
          <a:xfrm>
            <a:off x="4517136" y="3611880"/>
            <a:ext cx="109728" cy="109728"/>
          </a:xfrm>
          <a:prstGeom prst="ellipse">
            <a:avLst/>
          </a:prstGeom>
          <a:solidFill>
            <a:srgbClr val="A0A1B8">
              <a:alpha val="70000"/>
            </a:srgbClr>
          </a:solidFill>
          <a:ln/>
        </p:spPr>
      </p:sp>
      <p:sp>
        <p:nvSpPr>
          <p:cNvPr id="31" name="Shape 25"/>
          <p:cNvSpPr/>
          <p:nvPr/>
        </p:nvSpPr>
        <p:spPr>
          <a:xfrm>
            <a:off x="6112764" y="3291840"/>
            <a:ext cx="27432" cy="365760"/>
          </a:xfrm>
          <a:prstGeom prst="rect">
            <a:avLst/>
          </a:prstGeom>
          <a:solidFill>
            <a:srgbClr val="A0A1B8">
              <a:alpha val="50000"/>
            </a:srgbClr>
          </a:solidFill>
          <a:ln/>
        </p:spPr>
      </p:sp>
      <p:sp>
        <p:nvSpPr>
          <p:cNvPr id="32" name="Shape 26"/>
          <p:cNvSpPr/>
          <p:nvPr/>
        </p:nvSpPr>
        <p:spPr>
          <a:xfrm>
            <a:off x="6071616" y="3611880"/>
            <a:ext cx="109728" cy="109728"/>
          </a:xfrm>
          <a:prstGeom prst="ellipse">
            <a:avLst/>
          </a:prstGeom>
          <a:solidFill>
            <a:srgbClr val="A0A1B8">
              <a:alpha val="70000"/>
            </a:srgbClr>
          </a:solidFill>
          <a:ln/>
        </p:spPr>
      </p:sp>
      <p:sp>
        <p:nvSpPr>
          <p:cNvPr id="33" name="Shape 27"/>
          <p:cNvSpPr/>
          <p:nvPr/>
        </p:nvSpPr>
        <p:spPr>
          <a:xfrm>
            <a:off x="2148840" y="3749040"/>
            <a:ext cx="1463040" cy="1005840"/>
          </a:xfrm>
          <a:prstGeom prst="rect">
            <a:avLst/>
          </a:prstGeom>
          <a:solidFill>
            <a:srgbClr val="141528"/>
          </a:solidFill>
          <a:ln w="6350">
            <a:solidFill>
              <a:srgbClr val="FF91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8568" y="3858768"/>
            <a:ext cx="274320" cy="27432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2606040" y="3822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 Banana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2258568" y="434340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9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IA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3703320" y="3749040"/>
            <a:ext cx="1463040" cy="1005840"/>
          </a:xfrm>
          <a:prstGeom prst="rect">
            <a:avLst/>
          </a:prstGeom>
          <a:solidFill>
            <a:srgbClr val="141528"/>
          </a:solidFill>
          <a:ln w="6350">
            <a:solidFill>
              <a:srgbClr val="E945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3048" y="3858768"/>
            <a:ext cx="274320" cy="27432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4160520" y="3822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API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3813048" y="434340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Publicação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5257800" y="3749040"/>
            <a:ext cx="1463040" cy="1005840"/>
          </a:xfrm>
          <a:prstGeom prst="rect">
            <a:avLst/>
          </a:prstGeom>
          <a:solidFill>
            <a:srgbClr val="141528"/>
          </a:solidFill>
          <a:ln w="6350">
            <a:solidFill>
              <a:srgbClr val="00E6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7528" y="3858768"/>
            <a:ext cx="274320" cy="27432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5715000" y="3822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MinIO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000" dirty="0"/>
          </a:p>
        </p:txBody>
      </p:sp>
      <p:sp>
        <p:nvSpPr>
          <p:cNvPr id="44" name="Text 35"/>
          <p:cNvSpPr/>
          <p:nvPr/>
        </p:nvSpPr>
        <p:spPr>
          <a:xfrm>
            <a:off x="5367528" y="434340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Imagens S3</a:t>
            </a:r>
            <a:endParaRPr lang="en-US" sz="900" dirty="0"/>
          </a:p>
        </p:txBody>
      </p:sp>
      <p:sp>
        <p:nvSpPr>
          <p:cNvPr id="45" name="Shape 36"/>
          <p:cNvSpPr/>
          <p:nvPr/>
        </p:nvSpPr>
        <p:spPr>
          <a:xfrm>
            <a:off x="7040880" y="3749040"/>
            <a:ext cx="1645920" cy="1005840"/>
          </a:xfrm>
          <a:prstGeom prst="rect">
            <a:avLst/>
          </a:prstGeom>
          <a:solidFill>
            <a:srgbClr val="141528"/>
          </a:solidFill>
          <a:ln w="3810">
            <a:solidFill>
              <a:srgbClr val="A0A1B8"/>
            </a:solidFill>
            <a:prstDash val="solid"/>
          </a:ln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8040" y="3886200"/>
            <a:ext cx="228600" cy="228600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7452360" y="3858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900" dirty="0"/>
          </a:p>
        </p:txBody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8040" y="4206240"/>
            <a:ext cx="228600" cy="228600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7452360" y="4178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Coolify + Docker</a:t>
            </a:r>
            <a:endParaRPr lang="en-US" sz="900" dirty="0"/>
          </a:p>
        </p:txBody>
      </p:sp>
      <p:sp>
        <p:nvSpPr>
          <p:cNvPr id="50" name="Text 39"/>
          <p:cNvSpPr/>
          <p:nvPr/>
        </p:nvSpPr>
        <p:spPr>
          <a:xfrm>
            <a:off x="7178040" y="44622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Tudo self-hosted, tudo seu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VPS + Coolify + PostgreSQL + MinIO + Redis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931920" cy="3200400"/>
          </a:xfrm>
          <a:prstGeom prst="rect">
            <a:avLst/>
          </a:prstGeom>
          <a:solidFill>
            <a:srgbClr val="141528"/>
          </a:solidFill>
          <a:ln w="635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34440"/>
            <a:ext cx="393192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VPS (Ubuntu 22.04)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1947672"/>
            <a:ext cx="128016" cy="12801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instapost-api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1874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:3001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2295144"/>
            <a:ext cx="128016" cy="128016"/>
          </a:xfrm>
          <a:prstGeom prst="ellipse">
            <a:avLst/>
          </a:prstGeom>
          <a:solidFill>
            <a:srgbClr val="BB86FC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22219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instapost-web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2221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:3000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2642616"/>
            <a:ext cx="128016" cy="128016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25694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instapost-bot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25694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daemon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4400" y="2990088"/>
            <a:ext cx="128016" cy="128016"/>
          </a:xfrm>
          <a:prstGeom prst="ellipse">
            <a:avLst/>
          </a:prstGeom>
          <a:solidFill>
            <a:srgbClr val="FF9100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29169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instapost-mcp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29169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:3002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3337560"/>
            <a:ext cx="128016" cy="128016"/>
          </a:xfrm>
          <a:prstGeom prst="ellipse">
            <a:avLst/>
          </a:prstGeom>
          <a:solidFill>
            <a:srgbClr val="336791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32644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0" y="32644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:5432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4400" y="3685032"/>
            <a:ext cx="128016" cy="128016"/>
          </a:xfrm>
          <a:prstGeom prst="ellipse">
            <a:avLst/>
          </a:prstGeom>
          <a:solidFill>
            <a:srgbClr val="DC382D"/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" y="3611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0" y="3611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:6379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032504"/>
            <a:ext cx="128016" cy="128016"/>
          </a:xfrm>
          <a:prstGeom prst="ellipse">
            <a:avLst/>
          </a:prstGeom>
          <a:solidFill>
            <a:srgbClr val="C72C48"/>
          </a:solidFill>
          <a:ln/>
        </p:spPr>
      </p:sp>
      <p:sp>
        <p:nvSpPr>
          <p:cNvPr id="27" name="Text 25"/>
          <p:cNvSpPr/>
          <p:nvPr/>
        </p:nvSpPr>
        <p:spPr>
          <a:xfrm>
            <a:off x="1143000" y="3959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00400" y="39593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:9000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1234440"/>
            <a:ext cx="3931920" cy="1737360"/>
          </a:xfrm>
          <a:prstGeom prst="rect">
            <a:avLst/>
          </a:prstGeom>
          <a:solidFill>
            <a:srgbClr val="141528"/>
          </a:solidFill>
          <a:ln w="6350">
            <a:solidFill>
              <a:srgbClr val="BB86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1234440"/>
            <a:ext cx="3931920" cy="45720"/>
          </a:xfrm>
          <a:prstGeom prst="rect">
            <a:avLst/>
          </a:prstGeom>
          <a:solidFill>
            <a:srgbClr val="BB86FC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Domínios (via Traefik + SSL)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8348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app.instapost.com.br  →  web:3000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83480" y="2148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api.instapost.com.br  →  api:3001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83480" y="2468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s3.instapost.com.br   →  minio:9000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3154680"/>
            <a:ext cx="3931920" cy="1280160"/>
          </a:xfrm>
          <a:prstGeom prst="rect">
            <a:avLst/>
          </a:prstGeom>
          <a:solidFill>
            <a:srgbClr val="141528"/>
          </a:solidFill>
          <a:ln w="6350">
            <a:solidFill>
              <a:srgbClr val="00E6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3154680"/>
            <a:ext cx="3931920" cy="4572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37" name="Text 35"/>
          <p:cNvSpPr/>
          <p:nvPr/>
        </p:nvSpPr>
        <p:spPr>
          <a:xfrm>
            <a:off x="4892040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Total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21792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~R$35/mês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4892040" y="37033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Hetzner 2vCPU • 4GB RAM • 80GB SSD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92040" y="39776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SaaS: $30-100/mês por ferramentas similares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14400" y="4526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8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Pega um café  —  A gente vai construir cada pedaço. Bora?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InstaPost AI - Arquitetura do Sistema</dc:title>
  <dc:subject>PptxGenJS Presentation</dc:subject>
  <dc:creator>Helio Arreche</dc:creator>
  <cp:lastModifiedBy>Helio Arreche</cp:lastModifiedBy>
  <cp:revision>1</cp:revision>
  <dcterms:created xsi:type="dcterms:W3CDTF">2026-03-19T00:45:05Z</dcterms:created>
  <dcterms:modified xsi:type="dcterms:W3CDTF">2026-03-19T00:45:05Z</dcterms:modified>
</cp:coreProperties>
</file>